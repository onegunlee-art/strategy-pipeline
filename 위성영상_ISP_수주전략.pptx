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128016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구  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7360" y="1097280"/>
            <a:ext cx="594360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사업내용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280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소프트웨어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508760"/>
            <a:ext cx="5943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통합 수신·처리시스템 개발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영상관리 시스템 개발 / 대외배포시스템 개발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통합 촬영계획시스템 개발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UI 설계, 데이터 이관 및 관련 도구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80360"/>
            <a:ext cx="1280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인프라 도입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880360"/>
            <a:ext cx="5943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영상저장 인프라 구축 / 기반 아키텍처 구축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네트워크 아키텍처 구축 / 보안 아키텍처 구축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VDI 시스템 구축 / IT 운영 관제시스템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280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기반환경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3931920"/>
            <a:ext cx="5943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통합 운영실 인테리어 공사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전산실 컨테인먼트 구성 및 내부 마감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공조 체계 구축, 공조 배관 및 누수 감시 체계 구축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UPS·배터리 구성, 전산실 전원 공사 및 케이블 포설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전력용 Tray·부스덕트 및 모니터링 체계 구축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네트워크 케이블·Tray 공사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○ CCTV 구축 및 DCIM 체계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822960"/>
            <a:ext cx="3840480" cy="6400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213A6B"/>
                </a:solidFill>
                <a:latin typeface="맑은 고딕"/>
              </a:rPr>
              <a:t>추진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4023360" cy="9144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• 위성 확대와 대용량 영상 데이터를 고려한 구조적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유연성·효율성 확보 및 최신기술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88920"/>
            <a:ext cx="4023360" cy="9144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• 신속한 위성영상 처리·판독과 외부 위협으로부터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안전한 데이터 저장 체계 마련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49040"/>
            <a:ext cx="4023360" cy="9144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• 군·유관기관 등 활용 가능한 위성영상 대외 배포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시스템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709160"/>
            <a:ext cx="4023360" cy="9144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• 비상 상황 대비 업무 연속성 보장을 위한 재해복구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3"/>
                </a:solidFill>
                <a:latin typeface="맑은 고딕"/>
              </a:rPr>
              <a:t>및 백업체계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13A6B"/>
                </a:solidFill>
                <a:latin typeface="맑은 고딕"/>
              </a:rPr>
              <a:t>1. 고객/사업 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188720"/>
            <a:ext cx="950976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고객니즈/페인포인트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소프트웨어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600200"/>
            <a:ext cx="95097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[데이터 표준화] 현재 각기 다른 표준의 위성영상 데이터 표준화 니즈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[데이터 이관] 서울 센터 peta 단위 데이터를 제주로 안정적/신속한 이관 원함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[시스템 통합] Silo한 위성영상 시스템을 통합하여 구조적 유연성 효율성 확보 원함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인프라 도입 및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환경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834640"/>
            <a:ext cx="9509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[VDI 환경 구축] 서울-제주 실시간 판독 분석 가능한 VDI 환경 필요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[DC 구축/운영] 국자원, 항우연 등 유사 사례 기반 안정적 구축 및 무중단 운영 방안 요청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[백업체계 구축] 비상상황에도 업무 연속성 보장하는 끊김 없는 업무 체계 필요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[운영/관제] 인력 감소/업무 증대로 AI 등 활용 통한 자동화, 효율화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2628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기타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4526280"/>
            <a:ext cx="9509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[업무 자동화] 보고 업무 지원 등 “일부” 업무 영역 자동화 관심(판독업무 X)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[미래 모델 제시] 미국 NCG 등 향후 선진화된 사례 도입에 관심(대외 배포 등)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[사업관리] 4개년 대형사업에 맞는 책임있는 사업관리, 이슈/리스크 관리 필요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[gray영역 존재] ISP RFP 상 명확화 되지 않은 영역 다수(향후 구축, 기술협상 시 논의 원함)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933"/>
                </a:solidFill>
                <a:latin typeface="맑은 고딕"/>
              </a:rPr>
              <a:t>* 평가 위원 현황: 고객사 내부 유관 부서 실무 담당자 8인으로 구성 예상, 인프라/운영/기타 파트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13A6B"/>
                </a:solidFill>
                <a:latin typeface="맑은 고딕"/>
              </a:rPr>
              <a:t>2. 경쟁 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188720"/>
            <a:ext cx="484632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F2933"/>
                </a:solidFill>
                <a:latin typeface="맑은 고딕"/>
              </a:rPr>
              <a:t>KT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188720"/>
            <a:ext cx="484632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F2933"/>
                </a:solidFill>
                <a:latin typeface="맑은 고딕"/>
              </a:rPr>
              <a:t>LG CNS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828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소프트웨어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00200"/>
            <a:ext cx="4846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컨소시엄 수행 예상 영역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협력 업체: 컨텍, 한컴 인터페이스(현 구축/운용사)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개발 관련 고객사 내부 상대적 인지도/이해도 부족 인식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KT SAT 역량 활용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73352"/>
            <a:ext cx="713232" cy="27432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열위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600200"/>
            <a:ext cx="4846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컨소시엄 수행 예상 영역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협력 예상 업체: 컨텍+세트렉아이, 한컴 인터페이스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ISP 사업 수행/ G시스템 전신 구축 기반 시스템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이해도 높음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0" y="1673352"/>
            <a:ext cx="713232" cy="27432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인프라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도입 및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환경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246120"/>
            <a:ext cx="4846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주관사 수행 예상 영역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DC 사업 분야에 대한 긍정적 인식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  -  국자원 사업 등 공공 대형 레퍼런스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수요처 백업망 현 구축/운영사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  -  백업망 증설, 서울-제주간 추가 네트워크 이점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319272"/>
            <a:ext cx="713232" cy="27432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우위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246120"/>
            <a:ext cx="4846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주관사 수행 예상 영역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최근 삼성전자 등 대규모 사업 수주, 내부 구축 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등을 통한 DC 관련 규모/ 레퍼런스 강조 예상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운영/관제 관련 엑사원 등 자사 AI 모델 활용한 추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가 제안 예상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1828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기타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074920"/>
            <a:ext cx="4846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074920"/>
            <a:ext cx="4846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• ISP 사업 수행 시 기간연장, 비용 증가 이슈로 인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1F2933"/>
                </a:solidFill>
                <a:latin typeface="맑은 고딕"/>
              </a:rPr>
              <a:t>  한 고객 불만 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13A6B"/>
                </a:solidFill>
                <a:latin typeface="맑은 고딕"/>
              </a:rPr>
              <a:t>3. 차별화 아이템 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과업범위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188720"/>
            <a:ext cx="9509760" cy="411480"/>
          </a:xfrm>
          <a:prstGeom prst="rect">
            <a:avLst/>
          </a:prstGeom>
          <a:solidFill>
            <a:srgbClr val="E7EBF0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고객니즈/페인포인트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소프트웨어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1371600" cy="32004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추가 발굴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600200"/>
            <a:ext cx="9509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[통합 시스템 개발] 현 시스템 구축 운용경험 기반 통합 시스템 개발로 전처리~촬영계획까지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  원활한 연계 보장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[데이터 이관] 실사용 환경 유사 PoC통한 네트워크 방식 무중단/신속한 데이터 이관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  -100GB급 서울-제주 연결 전용회선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인프라 도입 및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환경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017520"/>
            <a:ext cx="95097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[DC 구축/운영] 국자원 등 LL기반 공공 대형센터 구축 노하우 이식 통한 안정적 DC 구축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[백업체계 확보] 서울-제주간 3중화 가능 100기가급 백업망 제공/국사 이중화 등으로 추가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    백업 네트워크 안정화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[운영/관제] 국자제 검증 솔루션(엔서블) 및 AI ops 통한 운영관제 자동화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[운영/관제] 최근접 지사 내 출동 기반 KT+협력사 직원 현장 대응 지원 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0000" rIns="70000" tIns="40000" bIns="40000"/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1F2933"/>
                </a:solidFill>
                <a:latin typeface="맑은 고딕"/>
              </a:rPr>
              <a:t>기타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440680"/>
            <a:ext cx="1371600" cy="320040"/>
          </a:xfrm>
          <a:prstGeom prst="rect">
            <a:avLst/>
          </a:prstGeom>
          <a:solidFill>
            <a:srgbClr val="C0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추가 발굴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4937760"/>
            <a:ext cx="9509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9EA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[업무 자동화] AI 적용 업무 영역 식별 및 도입 컨설팅 제공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[미래 모델 제시] 향후 NGA 등 선진 모델 기반 장기 로드맵 제시 및 위성 전문가 컨설팅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1F2933"/>
                </a:solidFill>
                <a:latin typeface="맑은 고딕"/>
              </a:rPr>
              <a:t>• [사업 관리] 대형,유사 사업 경험 기반 책임 있는 사업/리스크 관리 방법론 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